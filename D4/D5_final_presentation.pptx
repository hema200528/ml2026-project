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Machine Learning — Final Project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Interactions Between Pruning,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Quantization, and Batch Size in MLPs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3566160"/>
            <a:ext cx="3200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8404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zda24b025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Tushar Shinde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Zanzibar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methods (pruning, quantization) are usually studied in isolation, but in practice they are combined. How they interact is not well understood, especially on simple models.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research questions: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 w="12700">
            <a:solidFill>
              <a:srgbClr val="D6E4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ORDER of pruning and quantization change the final accuracy?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 w="12700">
            <a:solidFill>
              <a:srgbClr val="D6E4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1788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9776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best BATCH SIZE shift once a model is compressed?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 w="12700">
            <a:solidFill>
              <a:srgbClr val="D6E4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2303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502920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COMBINED strategy work where naive compression fails?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078992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(MedMNIST)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Tr/Va/Te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4708/524/624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11959/1712/3421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Classical: Logistic Regression, Random Forest, RBF SVM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Neural: 3-layer MLP (784/2352 → 512 → 256 → out), ReLU, dropout, Adam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&amp; settings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34290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Pruning, quantization, coreset, PCA, and QAT (improvement)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(baseline &amp; QAT over 3 seeds); early stopping on val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test accuracy and macro-F1 (Pneumonia imbalanced)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A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MLP vs classical (test acc)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SVM:  Pneu 0.857  |  Blood 0.853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 Pneu 0.858 ± 0.002  |  Blood 0.867 ± 0.002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wins on the harder Blood task; ties on Pneumonia (ceiling).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Method: Quantization-Aware Training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prune + low-bit post-training quantization (PTQ) collapses on hard tasks. Fix: let the model simulate quantization during training so it learns robust weights.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Pre-trained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28600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(remove weights)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228600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55080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quant-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 (STE)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0" y="228600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0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3F9B5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model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10607040" cy="2103120"/>
          </a:xfrm>
          <a:prstGeom prst="roundRect">
            <a:avLst>
              <a:gd name="adj" fmla="val 2609"/>
            </a:avLst>
          </a:prstGeom>
          <a:solidFill>
            <a:srgbClr val="F2F7F7"/>
          </a:solidFill>
          <a:ln w="12700">
            <a:solidFill>
              <a:srgbClr val="D6E4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pass — fake-quantize each weight: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w_q  =  round( (w − min) / s ) · s  +  min,      where   s = (max − min) / (2^b − 1)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pass — straight-through estimator (gradient passes through the rounding):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  =  ∂L/∂w_q        (round() treated as identity for gradients)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96012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pic>
        <p:nvPicPr>
          <p:cNvPr id="4" name="Image 0" descr="/home/claude/fig_qat_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67512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062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(green) vs PTQ (red) under combined compression, 3 seeds. QAT wins everywhere; biggest gain +0.21 where PTQ collapses.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06640" y="1097280"/>
            <a:ext cx="4114800" cy="3108960"/>
          </a:xfrm>
          <a:prstGeom prst="roundRect">
            <a:avLst>
              <a:gd name="adj" fmla="val 1765"/>
            </a:avLst>
          </a:prstGeom>
          <a:solidFill>
            <a:srgbClr val="F2F7F7"/>
          </a:solidFill>
          <a:ln w="12700">
            <a:solidFill>
              <a:srgbClr val="D6E4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prune→quantize better on simpler task (+0.19); neutral on harder task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dataset-dependent, not compression-dependent (matches Keskar 2017)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recovers up to +0.21 and cuts variance (PTQ std 0.083 → ≤0.038)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confirms Deep Compression (Han 2016) and extends it with the order finding; confirms Keskar (2017) on batch size.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Han et al., Deep Compression, ICLR 2016.   [5] Keskar et al., On Large-Batch Training, ICLR 2017.   [7] Yang et al., MedMNIST v2, Scientific Data 2023.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Key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works alone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to 90%, quantizing to 3 bits, and PCA all shrink the model with little loss.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743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are subtle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on simple tasks; best batch size is set by the dataset, not compression.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886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is necessary, not optional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rescues combined compression where PTQ collapses, recovering up to +0.21 accuracy and reducing variance.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77240" y="5120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5029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fast, well-controlled experiments and a clean finding beat one slow model — good science is about the right comparisons.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 - Interactions in MLP Compression</dc:title>
  <dc:subject>PptxGenJS Presentation</dc:subject>
  <dc:creator>Hema</dc:creator>
  <cp:lastModifiedBy>Hema</cp:lastModifiedBy>
  <cp:revision>1</cp:revision>
  <dcterms:created xsi:type="dcterms:W3CDTF">2026-06-20T12:54:51Z</dcterms:created>
  <dcterms:modified xsi:type="dcterms:W3CDTF">2026-06-20T12:54:51Z</dcterms:modified>
</cp:coreProperties>
</file>